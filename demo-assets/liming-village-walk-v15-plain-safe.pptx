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/.openclaw/workspace/outbox/liming-ppt-safe-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298448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黎明新村散策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86384" y="2084832"/>
            <a:ext cx="5029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V15 純文字安全版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788920"/>
            <a:ext cx="5394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修正地址缺漏與標記跑位。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不使用任何項目符號、方塊、圓點、表格線。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地址與時間獨立成大字列。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5650992"/>
            <a:ext cx="4846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更新 2026-05-03 / 版面只用文字與圖片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一句話定位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先讓遊客知道，這趟不是趕景點。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9875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今天我們不是來追景點，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而是用 2 小時，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慢慢讀一個台中老社區。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51560" y="4251960"/>
            <a:ext cx="9418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544568"/>
            <a:ext cx="9418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第一次來台中、喜歡老屋咖啡、想找午後散步路線的人。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5074920"/>
            <a:ext cx="9418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帶走什麼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5367528"/>
            <a:ext cx="9418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一張照片、一間想再訪的店、一種台中的慢。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90 到 120 分鐘散策路線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先走街區，再選一間店停下來。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78308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00-10 分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715000" y="207568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入口或牌樓意象，說明散策禮貌。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25328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10-35 分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715000" y="28254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干城街主軸，看 U 字形街區與樹蔭。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0" y="3282696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35-55 分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715000" y="3575304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老屋細節，看門窗、矮牆、植栽、光影。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0" y="40325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55-100 分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715000" y="43251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特色小店，依需求選 1 到 2 間停留。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782312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100-120 分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715000" y="5074920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回程分享，選一張「台中的慢」照片。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三套可直接使用的路線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依遊客心情選，不要一套打全部。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文青慢讀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入口集合 到 干城街慢走 到 老屋細節 到 回甘 Aftertaste 到 照片分享。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日系午後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82696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入口 到 綠蔭巷弄 到 桴汌珈琲 或 Mountaintown 到 自由拍照 到 回程。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14216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午餐甜點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06824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巷弄觀察 到 珈裏 或 山色 到 花毛刨冰或咖啡收尾。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回甘 Aftertaste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書店、咖啡、茶飲、餐點與藝文活動。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bookst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書架與選書是記憶點，不只是吃喝，也適合看書與發呆。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文青、獨旅、喜歡安靜空間的人。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老屋散步後坐 30 到 40 分鐘，讓旅程從「看」變成「讀」。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干城街136號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週一、週四到週六 11:30-17:30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71500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571500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電話 04 2254 1368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桴汌珈琲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日式老宅咖啡，木門、老屋、戶外座位與甜點。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japane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老宅改建，日系氛圍，室內外座位各有不同畫面。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喜歡老屋咖啡、甜點、戶外座位與午後拍照的人。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從巷弄觀察自然接到咖啡停留，像是坐進一間老屋。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干城街116巷12弄20號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11:00-18:00，公休看 IG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71500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571500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不開放訂位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Mountaintown Liming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老屋咖啡甜點，陽光、植物、咖啡香。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roa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老屋改建，空間通透，咖啡與甜點感強。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重視咖啡品質、喜歡甜點和植物光影的人。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作為午後主停留點，停完再沿綠蔭慢慢走回來。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干城街145巷1弄9號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11:00-19:00，公休看 IG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花毛日式刨冰喫茶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日式刨冰甜品，季節水果與夏日清爽感。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kakigor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老宅改建的日式刨冰喫茶，季節水果與甜品是亮點。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親子、朋友、夏天午後，或不想喝咖啡的遊客。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放在路線後段，作為散步後的清爽收尾。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干城街243巷4弄16號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週一、週二 9:00-17:00；週四到週日 13:00-18:00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71500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571500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電話 04 2251 1052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珈裏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咖哩小餐館，白色外觀、植栽與精緻咖哩。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cur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以咖哩料理為主，純白外觀與植栽有辨識度。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想把散策接成午餐、喜歡小餐館與餐桌照的人。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適合做成午餐主站，再接咖啡或刨冰。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干城街116巷6弄20號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11:30-16:00，公休看 IG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71500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571500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電話 0937 847 848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山色 Shanse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泰式咖哩與特色飲品，需要事先安排。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pic>
        <p:nvPicPr>
          <p:cNvPr id="6" name="Image 0" descr="/Users/fen/.openclaw/workspace/outbox/liming-ppt-safe-assets/th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874520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0" y="2167128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泰式咖哩、特色飲品與甜品，餐點記憶點鮮明。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2660904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適合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15000" y="2953512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想安排一餐有特色、願意提前預約的人。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0" y="3447288"/>
            <a:ext cx="4800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路線位置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15000" y="3739896"/>
            <a:ext cx="4800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不適合臨時帶團，適合事前規劃的小型深度路線。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8348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干城街107號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時間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週一、週二、週五到週日 11:30-15:30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715000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5715000"/>
            <a:ext cx="6583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全預約制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導覽話術卡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可以直接拿來講。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開場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今天我們不是趕景點，而是用散步的方式，讀一個台中的生活街區。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看老屋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9008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不要只看整棟房子，試著找一個門窗、一面牆、一盆植物。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進小店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小店不是附屬行程，是讓你從路過這裡，變成待過這裡。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結尾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72744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如果要用一張照片代表台中的慢，你會選哪一張？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對外使用注意事項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讓簡報更穩、更不容易被質疑。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照片版權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本版店家圖片為 GPT-IMAGE 圖像示意，不是現場實拍。正式發布建議替換為授權照片。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資訊效期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營業日、公休日、預約規則會變動，建議每次出團前重新確認。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居民禮貌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27024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不拍住戶正面、不進私人空間、不大聲喧嘩；團體入店先確認。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資料來源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資訊可追溯，簡報才站得住。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6A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Liming Village Walk V15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主要來源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LINE 旅遊/ReadyGo：台中美食-黎明新村特色小店午後散策，發布於 2024-04-30。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官方與背景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臺中觀光旅遊網：黎明新村景點頁；維基百科：黎明新村歷史、範圍、社區機能。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5F4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版本說明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27024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65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V15 移除所有項目符號、方塊、圓點、表格線；地址與時間改成每頁獨立大字列。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Liming Village Walk V15 Plain</dc:title>
  <dc:subject>Liming Village Walk V15 Plain</dc:subject>
  <dc:creator>Banxia</dc:creator>
  <cp:lastModifiedBy>Banxia</cp:lastModifiedBy>
  <cp:revision>1</cp:revision>
  <dcterms:created xsi:type="dcterms:W3CDTF">2026-05-03T08:58:42Z</dcterms:created>
  <dcterms:modified xsi:type="dcterms:W3CDTF">2026-05-03T08:58:42Z</dcterms:modified>
</cp:coreProperties>
</file>